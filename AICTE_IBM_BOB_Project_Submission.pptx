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90" r:id="rId3"/>
    <p:sldId id="291" r:id="rId4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mouli200six-bot/Travel-Planner-Agen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87930"/>
                <a:gridCol w="2398818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Mouli Bhattacharjee</a:t>
                      </a:r>
                      <a:endParaRPr lang="en-IN" sz="14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mouli200six@gmail.com</a:t>
                      </a:r>
                      <a:endParaRPr lang="en-IN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9242290733</a:t>
                      </a:r>
                      <a:endParaRPr lang="en-IN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1460724"/>
            <a:ext cx="102802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IN" altLang="en-US" sz="2400" b="1"/>
              <a:t>Travel and Tourism</a:t>
            </a:r>
            <a:endParaRPr lang="en-IN" altLang="en-US" sz="2400" b="1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162" y="551965"/>
            <a:ext cx="958117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2800" b="1" u="sng"/>
              <a:t>Travel Planner Agent</a:t>
            </a:r>
            <a:endParaRPr lang="en-IN" altLang="en-US" sz="2800" b="1" u="sng">
              <a:highlight>
                <a:srgbClr val="FFFF00"/>
              </a:highligh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  <a:endParaRPr lang="en-US" sz="2000">
              <a:solidFill>
                <a:srgbClr val="FF0000"/>
              </a:solidFill>
            </a:endParaRPr>
          </a:p>
        </p:txBody>
      </p:sp>
      <p:pic>
        <p:nvPicPr>
          <p:cNvPr id="2" name="Picture 1" descr="pho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4015" y="3689985"/>
            <a:ext cx="766445" cy="93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081405"/>
            <a:ext cx="10607040" cy="56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altLang="en-US" sz="1800" dirty="0"/>
          </a:p>
          <a:p>
            <a:pPr fontAlgn="base"/>
            <a:r>
              <a:rPr lang="en-US" altLang="en-US" sz="1800" u="sng" dirty="0"/>
              <a:t>The Challenge</a:t>
            </a:r>
            <a:endParaRPr lang="en-US" altLang="en-US" sz="1800" u="sng" dirty="0"/>
          </a:p>
          <a:p>
            <a:pPr fontAlgn="base"/>
            <a:endParaRPr lang="en-US" altLang="en-US" dirty="0"/>
          </a:p>
          <a:p>
            <a:pPr fontAlgn="base"/>
            <a:r>
              <a:rPr lang="en-US" altLang="en-US" sz="1600" dirty="0"/>
              <a:t>Planning trips involves managing destinations, transport, accommodation, budgets, activities, weather, and schedules from multiple sources. Travelers often struggle to find reliable, personalized, real-time information and adapt plans to changing conditions.</a:t>
            </a:r>
            <a:endParaRPr lang="en-US" altLang="en-US" sz="1600" dirty="0"/>
          </a:p>
          <a:p>
            <a:pPr fontAlgn="base"/>
            <a:endParaRPr lang="en-US" altLang="en-US" dirty="0"/>
          </a:p>
          <a:p>
            <a:pPr fontAlgn="base"/>
            <a:r>
              <a:rPr lang="en-US" altLang="en-US" sz="1800" u="sng" dirty="0"/>
              <a:t>The Objective</a:t>
            </a:r>
            <a:endParaRPr lang="en-US" altLang="en-US" sz="1800" u="sng" dirty="0"/>
          </a:p>
          <a:p>
            <a:pPr fontAlgn="base"/>
            <a:endParaRPr lang="en-US" altLang="en-US" dirty="0"/>
          </a:p>
          <a:p>
            <a:pPr fontAlgn="base"/>
            <a:r>
              <a:rPr lang="en-US" altLang="en-US" sz="1600" dirty="0"/>
              <a:t>Build an </a:t>
            </a:r>
            <a:r>
              <a:rPr lang="en-US" altLang="en-US" sz="1600" i="1" u="sng" dirty="0"/>
              <a:t>AI-powered Travel Planner Agent</a:t>
            </a:r>
            <a:r>
              <a:rPr lang="en-US" altLang="en-US" sz="1600" dirty="0"/>
              <a:t> that provides personalized and intelligent trip planning. The solution should:</a:t>
            </a:r>
            <a:endParaRPr lang="en-US" altLang="en-US" sz="1600" dirty="0"/>
          </a:p>
          <a:p>
            <a:pPr fontAlgn="base"/>
            <a:endParaRPr lang="en-US" altLang="en-US" sz="1600" dirty="0"/>
          </a:p>
          <a:p>
            <a:pPr fontAlgn="base"/>
            <a:r>
              <a:rPr lang="en-US" altLang="en-US" sz="1600" b="1" dirty="0"/>
              <a:t>Personalized Planning</a:t>
            </a:r>
            <a:r>
              <a:rPr lang="en-US" altLang="en-US" sz="1600" dirty="0"/>
              <a:t> – Create plans based on budget, dates, interests, and preferences.</a:t>
            </a:r>
            <a:endParaRPr lang="en-US" altLang="en-US" sz="1600" dirty="0"/>
          </a:p>
          <a:p>
            <a:pPr fontAlgn="base"/>
            <a:r>
              <a:rPr lang="en-US" altLang="en-US" sz="1600" b="1" dirty="0"/>
              <a:t>AI Itinerary Generation</a:t>
            </a:r>
            <a:r>
              <a:rPr lang="en-IN" altLang="en-US" sz="1600" dirty="0"/>
              <a:t> </a:t>
            </a:r>
            <a:r>
              <a:rPr lang="en-US" altLang="en-US" sz="1600" dirty="0"/>
              <a:t>– Generate optimized day-by-day travel itineraries.</a:t>
            </a:r>
            <a:endParaRPr lang="en-US" altLang="en-US" sz="1600" dirty="0"/>
          </a:p>
          <a:p>
            <a:pPr fontAlgn="base"/>
            <a:r>
              <a:rPr lang="en-US" altLang="en-US" sz="1600" b="1" dirty="0"/>
              <a:t>Real-Time Information</a:t>
            </a:r>
            <a:r>
              <a:rPr lang="en-US" altLang="en-US" sz="1600" dirty="0"/>
              <a:t> – Provide weather, maps, transport, accommodation, and attraction data.</a:t>
            </a:r>
            <a:endParaRPr lang="en-US" altLang="en-US" sz="1600" dirty="0"/>
          </a:p>
          <a:p>
            <a:pPr fontAlgn="base"/>
            <a:r>
              <a:rPr lang="en-US" altLang="en-US" sz="1600" b="1" dirty="0"/>
              <a:t>Smart Optimization</a:t>
            </a:r>
            <a:r>
              <a:rPr lang="en-US" altLang="en-US" sz="1600" dirty="0"/>
              <a:t> – Adjust plans based on time, distance, budget, and weather.</a:t>
            </a:r>
            <a:endParaRPr lang="en-US" altLang="en-US" sz="1600" dirty="0"/>
          </a:p>
          <a:p>
            <a:pPr fontAlgn="base"/>
            <a:r>
              <a:rPr lang="en-US" altLang="en-US" sz="1600" b="1" dirty="0"/>
              <a:t>AI Travel Assistan</a:t>
            </a:r>
            <a:r>
              <a:rPr lang="en-IN" altLang="en-US" sz="1600" b="1" dirty="0"/>
              <a:t>t</a:t>
            </a:r>
            <a:r>
              <a:rPr lang="en-US" altLang="en-US" sz="1600" b="1" dirty="0"/>
              <a:t> </a:t>
            </a:r>
            <a:r>
              <a:rPr lang="en-US" altLang="en-US" sz="1600" dirty="0"/>
              <a:t>– Allow users to modify and manage trips using natural language.</a:t>
            </a:r>
            <a:endParaRPr lang="en-US" altLang="en-US" sz="1600" dirty="0"/>
          </a:p>
          <a:p>
            <a:pPr fontAlgn="base"/>
            <a:r>
              <a:rPr lang="en-US" altLang="en-US" sz="1600" b="1" dirty="0"/>
              <a:t>Multi-Agent System</a:t>
            </a:r>
            <a:r>
              <a:rPr lang="en-US" altLang="en-US" sz="1600" dirty="0"/>
              <a:t> – Include specialized agents for destinations, itinerary, transport, accommodation, weather, and budget.</a:t>
            </a:r>
            <a:endParaRPr lang="en-US" altLang="en-US" sz="1600" dirty="0"/>
          </a:p>
          <a:p>
            <a:pPr fontAlgn="base"/>
            <a:r>
              <a:rPr lang="en-US" altLang="en-US" sz="1600" b="1" dirty="0"/>
              <a:t>IBM Granite Integration </a:t>
            </a:r>
            <a:r>
              <a:rPr lang="en-US" altLang="en-US" sz="1600" dirty="0"/>
              <a:t>– Use the IBM Granite model through watsonx within the available 40 IBM Cloud credits</a:t>
            </a:r>
            <a:r>
              <a:rPr lang="en-IN" altLang="en-US" sz="1600" dirty="0"/>
              <a:t>.</a:t>
            </a:r>
            <a:endParaRPr lang="en-US" altLang="en-US" sz="1600" dirty="0"/>
          </a:p>
          <a:p>
            <a:pPr fontAlgn="base"/>
            <a:r>
              <a:rPr lang="en-US" dirty="0"/>
              <a:t>. </a:t>
            </a:r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478663"/>
            <a:ext cx="72146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/>
              <a:t>Problem Statement -</a:t>
            </a:r>
            <a:r>
              <a:rPr lang="en-IN" altLang="en-US" sz="2400" b="1" u="sng"/>
              <a:t> Travel Planner Agent</a:t>
            </a:r>
            <a:endParaRPr lang="en-IN" altLang="en-US" sz="2400" b="1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dirty="0"/>
          </a:p>
          <a:p>
            <a:pPr fontAlgn="base"/>
            <a:r>
              <a:rPr lang="en-US" altLang="en-US" sz="1600" dirty="0"/>
              <a:t> Proposed Solution: AI-Powered Travel Planner Agent</a:t>
            </a:r>
            <a:endParaRPr lang="en-US" altLang="en-US" sz="1600" dirty="0"/>
          </a:p>
          <a:p>
            <a:pPr fontAlgn="base"/>
            <a:endParaRPr lang="en-US" altLang="en-US" sz="1600" dirty="0"/>
          </a:p>
          <a:p>
            <a:pPr fontAlgn="base"/>
            <a:r>
              <a:rPr lang="en-US" altLang="en-US" sz="1600" dirty="0"/>
              <a:t>The proposed solution is a web-based AI Travel Planner Agent that provides personalized, efficient, and end-to-end trip planning.</a:t>
            </a:r>
            <a:endParaRPr lang="en-US" altLang="en-US" sz="1600" dirty="0"/>
          </a:p>
          <a:p>
            <a:pPr fontAlgn="base"/>
            <a:endParaRPr lang="en-US" altLang="en-US" sz="1600" dirty="0"/>
          </a:p>
          <a:p>
            <a:pPr fontAlgn="base"/>
            <a:r>
              <a:rPr lang="en-US" altLang="en-US" sz="1600" u="sng" dirty="0"/>
              <a:t>Key Features:</a:t>
            </a:r>
            <a:endParaRPr lang="en-US" altLang="en-US" sz="1600" dirty="0"/>
          </a:p>
          <a:p>
            <a:pPr fontAlgn="base"/>
            <a:endParaRPr lang="en-US" altLang="en-US" sz="1600" dirty="0"/>
          </a:p>
          <a:p>
            <a:pPr fontAlgn="base"/>
            <a:r>
              <a:rPr lang="en-US" altLang="en-US" sz="1600" dirty="0"/>
              <a:t>Personalized Planning</a:t>
            </a:r>
            <a:r>
              <a:rPr lang="en-US" altLang="en-US" sz="1600" b="1" dirty="0"/>
              <a:t> </a:t>
            </a:r>
            <a:r>
              <a:rPr lang="en-US" altLang="en-US" sz="1600" dirty="0"/>
              <a:t>– Plans trips based on budget, dates, interests, and preferences.</a:t>
            </a:r>
            <a:endParaRPr lang="en-US" altLang="en-US" sz="1600" dirty="0"/>
          </a:p>
          <a:p>
            <a:pPr fontAlgn="base"/>
            <a:r>
              <a:rPr lang="en-US" altLang="en-US" sz="1600" dirty="0"/>
              <a:t>AI Itinerary Generation – Creates optimized day-by-day travel plans.</a:t>
            </a:r>
            <a:endParaRPr lang="en-US" altLang="en-US" sz="1600" dirty="0"/>
          </a:p>
          <a:p>
            <a:pPr fontAlgn="base"/>
            <a:r>
              <a:rPr lang="en-US" altLang="en-US" sz="1600" dirty="0"/>
              <a:t>Smart Recommendations – Suggests destinations, attractions, transport, and accommodation.</a:t>
            </a:r>
            <a:endParaRPr lang="en-US" altLang="en-US" sz="1600" dirty="0"/>
          </a:p>
          <a:p>
            <a:pPr fontAlgn="base"/>
            <a:r>
              <a:rPr lang="en-US" altLang="en-US" sz="1600" dirty="0"/>
              <a:t>Real-Time Information – Uses weather, maps, routes, and location data.</a:t>
            </a:r>
            <a:endParaRPr lang="en-US" altLang="en-US" sz="1600" dirty="0"/>
          </a:p>
          <a:p>
            <a:pPr fontAlgn="base"/>
            <a:r>
              <a:rPr lang="en-US" altLang="en-US" sz="1600" dirty="0"/>
              <a:t>Budget Management – Estimates expenses and suggests cost-effective options.</a:t>
            </a:r>
            <a:endParaRPr lang="en-US" altLang="en-US" sz="1600" dirty="0"/>
          </a:p>
          <a:p>
            <a:pPr fontAlgn="base"/>
            <a:r>
              <a:rPr lang="en-US" altLang="en-US" sz="1600" dirty="0"/>
              <a:t>Plan Optimization – Adjusts schedules based on time, distance, budget, and weather.</a:t>
            </a:r>
            <a:endParaRPr lang="en-US" altLang="en-US" sz="1600" dirty="0"/>
          </a:p>
          <a:p>
            <a:pPr fontAlgn="base"/>
            <a:r>
              <a:rPr lang="en-US" altLang="en-US" sz="1600" dirty="0"/>
              <a:t>Simple Deployment – Self-contained frontend runs on GitHub Pages, with an optional Flask backend for local use.</a:t>
            </a:r>
            <a:endParaRPr lang="en-US" altLang="en-US" sz="1600" dirty="0"/>
          </a:p>
          <a:p>
            <a:pPr fontAlgn="base"/>
            <a:endParaRPr lang="en-US" altLang="en-US" sz="1600" dirty="0"/>
          </a:p>
          <a:p>
            <a:pPr fontAlgn="base"/>
            <a:r>
              <a:rPr lang="en-US" altLang="en-US" sz="1600" u="sng" dirty="0"/>
              <a:t>Workflow:</a:t>
            </a:r>
            <a:endParaRPr lang="en-US" altLang="en-US" sz="1600" u="sng" dirty="0"/>
          </a:p>
          <a:p>
            <a:pPr fontAlgn="base"/>
            <a:endParaRPr lang="en-US" altLang="en-US" sz="1600" u="sng" dirty="0"/>
          </a:p>
          <a:p>
            <a:pPr fontAlgn="base"/>
            <a:r>
              <a:rPr lang="en-US" altLang="en-US" sz="1600" dirty="0"/>
              <a:t>User Input → AI Analysis → Itinerary Generation → Recommendations → Optimization → Save &amp; Manage Trip</a:t>
            </a:r>
            <a:endParaRPr lang="en-US" altLang="en-US" sz="1600" dirty="0"/>
          </a:p>
          <a:p>
            <a:pPr fontAlgn="base"/>
            <a:endParaRPr lang="en-US" altLang="en-US" b="1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/>
              <a:t>Proposed Solution -</a:t>
            </a:r>
            <a:endParaRPr lang="en-IN" sz="2400" b="1" u="sn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/>
              <a:t>Technology Used</a:t>
            </a:r>
            <a:endParaRPr lang="en-IN" sz="2400" b="1" u="sng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46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</a:t>
            </a:r>
            <a:r>
              <a:rPr lang="en-IN" altLang="en-US" sz="1800" dirty="0"/>
              <a:t>“</a:t>
            </a:r>
            <a:r>
              <a:rPr lang="en-US" altLang="en-US" sz="1800" dirty="0"/>
              <a:t>ibm/granite-4-h-small" </a:t>
            </a:r>
            <a:r>
              <a:rPr lang="en-US" sz="1800" dirty="0"/>
              <a:t>For natural language understanding, reasoning, and personalization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Required Files created using IBM bob -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Picture 1" descr="Screenshot 2026-09-08 1358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05" y="871855"/>
            <a:ext cx="10032365" cy="5262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IBM Bob Screenshots:</a:t>
            </a:r>
            <a:endParaRPr sz="2400" b="1"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65" y="967740"/>
            <a:ext cx="10161905" cy="5340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40" y="481965"/>
            <a:ext cx="10748645" cy="5687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blueprint for IBM bob:</a:t>
            </a:r>
            <a:endParaRPr lang="en-US" sz="2400"/>
          </a:p>
        </p:txBody>
      </p:sp>
      <p:pic>
        <p:nvPicPr>
          <p:cNvPr id="3" name="Picture 2" descr="Screenshot 2026-09-07 1928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155" y="771525"/>
            <a:ext cx="7409815" cy="5813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/>
              <a:t>Role of Agentic AI in the solution</a:t>
            </a:r>
            <a:r>
              <a:rPr lang="en-US" sz="3200" b="1"/>
              <a:t> </a:t>
            </a:r>
            <a:endParaRPr lang="en-IN" sz="3200" b="1"/>
          </a:p>
        </p:txBody>
      </p:sp>
      <p:sp>
        <p:nvSpPr>
          <p:cNvPr id="3" name="TextBox 2"/>
          <p:cNvSpPr txBox="1"/>
          <p:nvPr/>
        </p:nvSpPr>
        <p:spPr>
          <a:xfrm>
            <a:off x="621792" y="867773"/>
            <a:ext cx="7406640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/>
              <a:t>Role of Agentic AI in Travel Planner Agent</a:t>
            </a:r>
            <a:endParaRPr lang="en-US" altLang="en-US" sz="1600" b="1"/>
          </a:p>
          <a:p>
            <a:endParaRPr lang="en-US" altLang="en-US" sz="1600"/>
          </a:p>
          <a:p>
            <a:r>
              <a:rPr lang="en-US" altLang="en-US" sz="1600"/>
              <a:t>Agentic AI enables the Travel Planner Agent to function as an intelligent, autonomous system rather than a simple chatbot. Using IBM watsonx.ai and IBM Granite models, it coordinates multiple specialized agents to provide personalized and efficient travel planning.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Each agent performs a specific role—such as recommending destinations, generating itineraries, finding transport and accommodation, checking weather, and managing budgets—while working collaboratively. This multi-agent approach ensures efficient task execution and better travel decisions.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Agentic AI provides context awareness, understanding user preferences such as budget, travel dates, interests, and travel style to generate tailored recommendations. It also supports real-time adaptation, updating travel plans based on changes in weather, schedules, routes, or user requirements.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Additionally, agents communicate with each other, enabling better coordination, optimization, and decision-making throughout the trip planning process.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Overall, Agentic AI makes the system proactive, personalized, adaptive, and goal-driven, acting as a smart digital travel assistant that simplifies the complete travel planning process.</a:t>
            </a:r>
            <a:endParaRPr lang="en-US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Token Usage 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Before Prompt</a:t>
            </a:r>
            <a:endParaRPr lang="en-US" sz="2000" u="sng"/>
          </a:p>
        </p:txBody>
      </p:sp>
      <p:sp>
        <p:nvSpPr>
          <p:cNvPr id="15" name="TextBox 14"/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After the Prompt</a:t>
            </a:r>
            <a:endParaRPr lang="en-US" sz="2000" u="sng"/>
          </a:p>
        </p:txBody>
      </p:sp>
      <p:pic>
        <p:nvPicPr>
          <p:cNvPr id="3" name="Picture 2" descr="Screenshot 2026-09-08 1343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70" y="2187575"/>
            <a:ext cx="4831715" cy="3769995"/>
          </a:xfrm>
          <a:prstGeom prst="rect">
            <a:avLst/>
          </a:prstGeom>
        </p:spPr>
      </p:pic>
      <p:pic>
        <p:nvPicPr>
          <p:cNvPr id="4" name="Picture 3" descr="Screenshot 2026-09-08 1437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2188210"/>
            <a:ext cx="5440680" cy="3769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 descr="Screenshot 2026-09-08 164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10" y="817245"/>
            <a:ext cx="10356850" cy="5237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 descr="Screenshot 2026-09-08 1711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" y="817245"/>
            <a:ext cx="10744835" cy="55092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 descr="Screenshot 2026-09-08 164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835" y="968375"/>
            <a:ext cx="10260330" cy="51892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/>
              <a:t>Novelty and Uniqueness</a:t>
            </a:r>
            <a:endParaRPr lang="en-US" sz="2400" b="1" u="sng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/>
              <a:t>The proposed Travel Planner Agent stands out by combining Agentic AI, real-time data, personalization, and intelligent optimization into a single travel planning system.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Multi-Agent Intelligence – Specialized agents collaborate for destinations, itineraries, transport, accommodation, weather, and budget.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Personalized Planning – Creates travel plans based on budget, dates, interests, preferences, and travel style.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Real-Time Adaptation – Updates recommendations based on weather, routes, schedules, and changing user requirements.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Smart Itinerary Optimization – Optimizes plans using time, distance, cost, weather, and activity schedules.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AI Travel Assistant – Allows users to modify and manage their trips using natural language.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End-to-End Planning – Combines destination discovery, itinerary creation, transport, accommodation, and budget management in one platform.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IBM Granite Integration – Uses IBM Granite through watsonx.ai to support intelligent recommendations and decision-making.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This makes the solution a smart, adaptive, and proactive travel assistant, rather than a static itinerary or destination recommendation tool.</a:t>
            </a:r>
            <a:endParaRPr lang="en-US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Git Hub Link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IN" altLang="en-US" sz="180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 Repsitory link - </a:t>
            </a:r>
            <a:r>
              <a:rPr lang="en-US" altLang="en-US" sz="180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" action="ppaction://hlinkfile"/>
              </a:rPr>
              <a:t>https://github.com/mouli200six-bot/Travel-Planner-Agent</a:t>
            </a:r>
            <a:endParaRPr lang="en-US" altLang="en-US" sz="180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lang="en-IN" altLang="en-US" sz="180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None/>
            </a:pPr>
            <a:r>
              <a:rPr lang="en-IN" altLang="en-US" sz="180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Files included - </a:t>
            </a:r>
            <a:endParaRPr lang="en-IN" altLang="en-US" sz="180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altLang="en-US" sz="180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pdf</a:t>
            </a:r>
            <a:endParaRPr lang="en-IN" altLang="en-US" sz="180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altLang="en-US" sz="180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PPT of the projeect</a:t>
            </a:r>
            <a:endParaRPr lang="en-IN" altLang="en-US" sz="180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altLang="en-US" sz="180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Other files</a:t>
            </a:r>
            <a:endParaRPr lang="en-IN" altLang="en-US" sz="180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u="sng">
                <a:sym typeface="Times New Roman" panose="02020603050405020304"/>
              </a:rPr>
              <a:t>Future Scope </a:t>
            </a:r>
            <a:endParaRPr sz="2400" b="1" u="sng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Real-Time Booking &amp; Payment Integration </a:t>
            </a:r>
            <a:r>
              <a:rPr lang="en-US" altLang="en-US"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</a:t>
            </a:r>
            <a:endParaRPr lang="en-US" altLang="en-US" sz="18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Travel Planner can be integrated with flight, train, bus, and hotel booking services to provide real-time availability, pricing, and seamless trip booking.</a:t>
            </a:r>
            <a:endParaRPr lang="en-US" altLang="en-US" sz="18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lang="en-US" altLang="en-US" sz="18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Advanced Real-Time Trip Adaptation</a:t>
            </a:r>
            <a:r>
              <a:rPr lang="en-US" altLang="en-US"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</a:t>
            </a:r>
            <a:endParaRPr lang="en-US" altLang="en-US" sz="18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system can continuously monitor weather, traffic, delays, and local conditions and automatically suggest alternative routes, activities, and schedules.</a:t>
            </a:r>
            <a:endParaRPr lang="en-US" altLang="en-US" sz="18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/>
              <a:t>Certificates Earned:</a:t>
            </a:r>
            <a:endParaRPr lang="en-US" sz="2400" b="1"/>
          </a:p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1250950"/>
            <a:ext cx="6863080" cy="51993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 panose="020B0604020202020204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/>
              <a:t>Add your IBM BOB Certificate</a:t>
            </a:r>
            <a:endParaRPr lang="en-US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415" y="1276350"/>
            <a:ext cx="8336915" cy="5125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6538</Words>
  <Application>WPS Presentation</Application>
  <PresentationFormat>Widescreen</PresentationFormat>
  <Paragraphs>204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MOULI BHATTACHARJEE</cp:lastModifiedBy>
  <cp:revision>21</cp:revision>
  <dcterms:created xsi:type="dcterms:W3CDTF">2025-07-08T05:06:00Z</dcterms:created>
  <dcterms:modified xsi:type="dcterms:W3CDTF">2026-09-08T14:25:40Z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AD957268804B44F99D82809616368C23_12</vt:lpwstr>
  </property>
</Properties>
</file>